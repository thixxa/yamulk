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2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B51993-5354-4DB3-A0D4-BF9DF99DDD2A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60C275F-54E8-4894-9975-DE1D2DDA1C3B}">
      <dgm:prSet phldrT="[Text]" custT="1"/>
      <dgm:spPr/>
      <dgm:t>
        <a:bodyPr/>
        <a:lstStyle/>
        <a:p>
          <a:r>
            <a:rPr lang="en-US" sz="2000" dirty="0"/>
            <a:t>User wants to travel</a:t>
          </a:r>
        </a:p>
      </dgm:t>
    </dgm:pt>
    <dgm:pt modelId="{A5C7FAD8-A99B-460A-A50A-A3D04E66BA27}" type="parTrans" cxnId="{72EA6686-8747-4207-BD0C-967279DBFDF7}">
      <dgm:prSet/>
      <dgm:spPr/>
      <dgm:t>
        <a:bodyPr/>
        <a:lstStyle/>
        <a:p>
          <a:endParaRPr lang="en-US"/>
        </a:p>
      </dgm:t>
    </dgm:pt>
    <dgm:pt modelId="{C2114614-1254-453C-B2DD-8C02A780E2FB}" type="sibTrans" cxnId="{72EA6686-8747-4207-BD0C-967279DBFDF7}">
      <dgm:prSet/>
      <dgm:spPr/>
      <dgm:t>
        <a:bodyPr/>
        <a:lstStyle/>
        <a:p>
          <a:endParaRPr lang="en-US"/>
        </a:p>
      </dgm:t>
    </dgm:pt>
    <dgm:pt modelId="{63148E6C-F592-4A07-B36B-2AC68A1A392D}">
      <dgm:prSet phldrT="[Text]" custT="1"/>
      <dgm:spPr/>
      <dgm:t>
        <a:bodyPr/>
        <a:lstStyle/>
        <a:p>
          <a:r>
            <a:rPr lang="en-US" sz="2000" dirty="0"/>
            <a:t>Search for a destination</a:t>
          </a:r>
        </a:p>
      </dgm:t>
    </dgm:pt>
    <dgm:pt modelId="{7BAD58A6-72D5-4B00-AA06-8B45E3B1A9B0}" type="parTrans" cxnId="{B93028BF-D486-4167-9A8B-12A18BA38549}">
      <dgm:prSet/>
      <dgm:spPr/>
      <dgm:t>
        <a:bodyPr/>
        <a:lstStyle/>
        <a:p>
          <a:endParaRPr lang="en-US"/>
        </a:p>
      </dgm:t>
    </dgm:pt>
    <dgm:pt modelId="{69E27612-361E-4620-8A4B-2D0673ED1B30}" type="sibTrans" cxnId="{B93028BF-D486-4167-9A8B-12A18BA38549}">
      <dgm:prSet/>
      <dgm:spPr/>
      <dgm:t>
        <a:bodyPr/>
        <a:lstStyle/>
        <a:p>
          <a:endParaRPr lang="en-US"/>
        </a:p>
      </dgm:t>
    </dgm:pt>
    <dgm:pt modelId="{78F42F8F-2B10-4C76-8DE1-8F7867178C09}">
      <dgm:prSet phldrT="[Text]" custT="1"/>
      <dgm:spPr/>
      <dgm:t>
        <a:bodyPr/>
        <a:lstStyle/>
        <a:p>
          <a:r>
            <a:rPr lang="en-US" sz="2000" dirty="0"/>
            <a:t>Compare different places</a:t>
          </a:r>
        </a:p>
      </dgm:t>
    </dgm:pt>
    <dgm:pt modelId="{CCC1D7B3-9F45-41E4-9493-6A110315666D}" type="parTrans" cxnId="{9C61CA1C-3D8C-4B08-9299-F255D2F8EF6B}">
      <dgm:prSet/>
      <dgm:spPr/>
      <dgm:t>
        <a:bodyPr/>
        <a:lstStyle/>
        <a:p>
          <a:endParaRPr lang="en-US"/>
        </a:p>
      </dgm:t>
    </dgm:pt>
    <dgm:pt modelId="{7C5CC954-4261-4F24-8101-43A27CEB21DE}" type="sibTrans" cxnId="{9C61CA1C-3D8C-4B08-9299-F255D2F8EF6B}">
      <dgm:prSet/>
      <dgm:spPr/>
      <dgm:t>
        <a:bodyPr/>
        <a:lstStyle/>
        <a:p>
          <a:endParaRPr lang="en-US"/>
        </a:p>
      </dgm:t>
    </dgm:pt>
    <dgm:pt modelId="{292429C6-C958-4A7E-8916-1A5C00D89271}">
      <dgm:prSet custT="1"/>
      <dgm:spPr/>
      <dgm:t>
        <a:bodyPr/>
        <a:lstStyle/>
        <a:p>
          <a:r>
            <a:rPr lang="en-US" sz="2000" dirty="0"/>
            <a:t>Estimate travel budget</a:t>
          </a:r>
        </a:p>
      </dgm:t>
    </dgm:pt>
    <dgm:pt modelId="{375B9593-6452-4EB7-A796-37E0DB5EDBD5}" type="parTrans" cxnId="{69DA2859-5871-4403-A2BF-DA1962D54F22}">
      <dgm:prSet/>
      <dgm:spPr/>
      <dgm:t>
        <a:bodyPr/>
        <a:lstStyle/>
        <a:p>
          <a:endParaRPr lang="en-US"/>
        </a:p>
      </dgm:t>
    </dgm:pt>
    <dgm:pt modelId="{14833F88-8D36-492B-8A43-233B4F130D2C}" type="sibTrans" cxnId="{69DA2859-5871-4403-A2BF-DA1962D54F22}">
      <dgm:prSet/>
      <dgm:spPr/>
      <dgm:t>
        <a:bodyPr/>
        <a:lstStyle/>
        <a:p>
          <a:endParaRPr lang="en-US"/>
        </a:p>
      </dgm:t>
    </dgm:pt>
    <dgm:pt modelId="{C60B94F6-662F-4206-A403-F052DE4F6EF9}">
      <dgm:prSet custT="1"/>
      <dgm:spPr/>
      <dgm:t>
        <a:bodyPr/>
        <a:lstStyle/>
        <a:p>
          <a:r>
            <a:rPr lang="en-US" sz="2000" dirty="0"/>
            <a:t>Plan the itinerary</a:t>
          </a:r>
        </a:p>
      </dgm:t>
    </dgm:pt>
    <dgm:pt modelId="{08138936-313D-4C54-B4AE-C43E1D29B7EA}" type="parTrans" cxnId="{7844F8F6-AFB2-45C7-8E79-B2F78C65FF4D}">
      <dgm:prSet/>
      <dgm:spPr/>
      <dgm:t>
        <a:bodyPr/>
        <a:lstStyle/>
        <a:p>
          <a:endParaRPr lang="en-US"/>
        </a:p>
      </dgm:t>
    </dgm:pt>
    <dgm:pt modelId="{27DFBD6A-5EA8-4397-B47C-D4A905D18C8C}" type="sibTrans" cxnId="{7844F8F6-AFB2-45C7-8E79-B2F78C65FF4D}">
      <dgm:prSet/>
      <dgm:spPr/>
      <dgm:t>
        <a:bodyPr/>
        <a:lstStyle/>
        <a:p>
          <a:endParaRPr lang="en-US"/>
        </a:p>
      </dgm:t>
    </dgm:pt>
    <dgm:pt modelId="{EF74536E-A240-475A-AB40-828F276E6C16}">
      <dgm:prSet custT="1"/>
      <dgm:spPr/>
      <dgm:t>
        <a:bodyPr/>
        <a:lstStyle/>
        <a:p>
          <a:r>
            <a:rPr lang="en-US" sz="2000" dirty="0"/>
            <a:t>Find hotels &amp; restaurants</a:t>
          </a:r>
          <a:endParaRPr lang="en-US" sz="2400" dirty="0"/>
        </a:p>
      </dgm:t>
    </dgm:pt>
    <dgm:pt modelId="{AD458520-BEFE-4490-BECB-EFC4D19B0CC5}" type="parTrans" cxnId="{5FC1DD7F-5105-4F27-81CE-72DB971B340D}">
      <dgm:prSet/>
      <dgm:spPr/>
      <dgm:t>
        <a:bodyPr/>
        <a:lstStyle/>
        <a:p>
          <a:endParaRPr lang="en-US"/>
        </a:p>
      </dgm:t>
    </dgm:pt>
    <dgm:pt modelId="{CC8D2037-4F3A-4DF9-A728-CD98800A58B9}" type="sibTrans" cxnId="{5FC1DD7F-5105-4F27-81CE-72DB971B340D}">
      <dgm:prSet/>
      <dgm:spPr/>
      <dgm:t>
        <a:bodyPr/>
        <a:lstStyle/>
        <a:p>
          <a:endParaRPr lang="en-US"/>
        </a:p>
      </dgm:t>
    </dgm:pt>
    <dgm:pt modelId="{66780037-D4B6-45F7-825B-66E76E1C981E}">
      <dgm:prSet custT="1"/>
      <dgm:spPr/>
      <dgm:t>
        <a:bodyPr/>
        <a:lstStyle/>
        <a:p>
          <a:r>
            <a:rPr lang="en-US" sz="2000" dirty="0"/>
            <a:t>Check weather forecast</a:t>
          </a:r>
        </a:p>
      </dgm:t>
    </dgm:pt>
    <dgm:pt modelId="{588DE4FF-D545-4AA0-9F67-431E73F92488}" type="parTrans" cxnId="{A87A7846-AE82-4E13-A0CC-3DE5F7D1F7CA}">
      <dgm:prSet/>
      <dgm:spPr/>
      <dgm:t>
        <a:bodyPr/>
        <a:lstStyle/>
        <a:p>
          <a:endParaRPr lang="en-US"/>
        </a:p>
      </dgm:t>
    </dgm:pt>
    <dgm:pt modelId="{37B1E933-2FCD-4788-BDAD-CC9A38911A99}" type="sibTrans" cxnId="{A87A7846-AE82-4E13-A0CC-3DE5F7D1F7CA}">
      <dgm:prSet/>
      <dgm:spPr/>
      <dgm:t>
        <a:bodyPr/>
        <a:lstStyle/>
        <a:p>
          <a:endParaRPr lang="en-US"/>
        </a:p>
      </dgm:t>
    </dgm:pt>
    <dgm:pt modelId="{48ECFE01-DE4E-4F99-BFD9-25A1BD8C38AE}">
      <dgm:prSet custT="1"/>
      <dgm:spPr/>
      <dgm:t>
        <a:bodyPr/>
        <a:lstStyle/>
        <a:p>
          <a:r>
            <a:rPr lang="en-US" sz="2000" dirty="0"/>
            <a:t>Choose travel route</a:t>
          </a:r>
        </a:p>
      </dgm:t>
    </dgm:pt>
    <dgm:pt modelId="{05397921-AE70-4DFB-8EE8-BBF14DB3E8C9}" type="parTrans" cxnId="{335BED1E-42A9-4BED-8EB9-14E3422A9D5D}">
      <dgm:prSet/>
      <dgm:spPr/>
      <dgm:t>
        <a:bodyPr/>
        <a:lstStyle/>
        <a:p>
          <a:endParaRPr lang="en-US"/>
        </a:p>
      </dgm:t>
    </dgm:pt>
    <dgm:pt modelId="{18459FF2-4151-4753-B2D5-94D330FEEAF9}" type="sibTrans" cxnId="{335BED1E-42A9-4BED-8EB9-14E3422A9D5D}">
      <dgm:prSet/>
      <dgm:spPr/>
      <dgm:t>
        <a:bodyPr/>
        <a:lstStyle/>
        <a:p>
          <a:endParaRPr lang="en-US"/>
        </a:p>
      </dgm:t>
    </dgm:pt>
    <dgm:pt modelId="{A3CA901B-9996-4AFA-9A60-974B5A153105}">
      <dgm:prSet custT="1"/>
      <dgm:spPr/>
      <dgm:t>
        <a:bodyPr/>
        <a:lstStyle/>
        <a:p>
          <a:r>
            <a:rPr lang="en-US" sz="2000" dirty="0"/>
            <a:t>Save or share the travel plan</a:t>
          </a:r>
        </a:p>
      </dgm:t>
    </dgm:pt>
    <dgm:pt modelId="{4307A011-4871-474C-B07B-4BB3F22E89C2}" type="sibTrans" cxnId="{0D5DA049-E142-4241-8E42-D7E6366E3550}">
      <dgm:prSet/>
      <dgm:spPr/>
      <dgm:t>
        <a:bodyPr/>
        <a:lstStyle/>
        <a:p>
          <a:endParaRPr lang="en-US"/>
        </a:p>
      </dgm:t>
    </dgm:pt>
    <dgm:pt modelId="{1F4E1515-9454-4FC5-B855-3A4CA8D65EC8}" type="parTrans" cxnId="{0D5DA049-E142-4241-8E42-D7E6366E3550}">
      <dgm:prSet/>
      <dgm:spPr/>
      <dgm:t>
        <a:bodyPr/>
        <a:lstStyle/>
        <a:p>
          <a:endParaRPr lang="en-US"/>
        </a:p>
      </dgm:t>
    </dgm:pt>
    <dgm:pt modelId="{F151240C-6826-4A89-9B98-0526BFE362B4}" type="pres">
      <dgm:prSet presAssocID="{26B51993-5354-4DB3-A0D4-BF9DF99DDD2A}" presName="diagram" presStyleCnt="0">
        <dgm:presLayoutVars>
          <dgm:dir/>
          <dgm:resizeHandles val="exact"/>
        </dgm:presLayoutVars>
      </dgm:prSet>
      <dgm:spPr/>
    </dgm:pt>
    <dgm:pt modelId="{B89CD996-DDD7-4A05-929A-2A9FA4AB0DF3}" type="pres">
      <dgm:prSet presAssocID="{B60C275F-54E8-4894-9975-DE1D2DDA1C3B}" presName="node" presStyleLbl="node1" presStyleIdx="0" presStyleCnt="9">
        <dgm:presLayoutVars>
          <dgm:bulletEnabled val="1"/>
        </dgm:presLayoutVars>
      </dgm:prSet>
      <dgm:spPr/>
    </dgm:pt>
    <dgm:pt modelId="{AA64FB4E-FE1C-4117-B78F-5D466F1BAEF9}" type="pres">
      <dgm:prSet presAssocID="{C2114614-1254-453C-B2DD-8C02A780E2FB}" presName="sibTrans" presStyleLbl="sibTrans2D1" presStyleIdx="0" presStyleCnt="8"/>
      <dgm:spPr/>
    </dgm:pt>
    <dgm:pt modelId="{F0BBB5F9-6137-44A0-88AB-18C3ECBB0677}" type="pres">
      <dgm:prSet presAssocID="{C2114614-1254-453C-B2DD-8C02A780E2FB}" presName="connectorText" presStyleLbl="sibTrans2D1" presStyleIdx="0" presStyleCnt="8"/>
      <dgm:spPr/>
    </dgm:pt>
    <dgm:pt modelId="{1ECB5F4B-A50A-4C50-B62F-123023D736B6}" type="pres">
      <dgm:prSet presAssocID="{63148E6C-F592-4A07-B36B-2AC68A1A392D}" presName="node" presStyleLbl="node1" presStyleIdx="1" presStyleCnt="9">
        <dgm:presLayoutVars>
          <dgm:bulletEnabled val="1"/>
        </dgm:presLayoutVars>
      </dgm:prSet>
      <dgm:spPr/>
    </dgm:pt>
    <dgm:pt modelId="{5A0478E9-B1D0-4CBC-8624-24ED4A88E3BF}" type="pres">
      <dgm:prSet presAssocID="{69E27612-361E-4620-8A4B-2D0673ED1B30}" presName="sibTrans" presStyleLbl="sibTrans2D1" presStyleIdx="1" presStyleCnt="8"/>
      <dgm:spPr/>
    </dgm:pt>
    <dgm:pt modelId="{6EEFBF8F-4C9E-4318-983D-5C4679C3D1A6}" type="pres">
      <dgm:prSet presAssocID="{69E27612-361E-4620-8A4B-2D0673ED1B30}" presName="connectorText" presStyleLbl="sibTrans2D1" presStyleIdx="1" presStyleCnt="8"/>
      <dgm:spPr/>
    </dgm:pt>
    <dgm:pt modelId="{A9896837-5576-4B3E-97E1-41A609BE435F}" type="pres">
      <dgm:prSet presAssocID="{78F42F8F-2B10-4C76-8DE1-8F7867178C09}" presName="node" presStyleLbl="node1" presStyleIdx="2" presStyleCnt="9">
        <dgm:presLayoutVars>
          <dgm:bulletEnabled val="1"/>
        </dgm:presLayoutVars>
      </dgm:prSet>
      <dgm:spPr/>
    </dgm:pt>
    <dgm:pt modelId="{096A1BE6-2785-49AA-865B-0EEBA8858C31}" type="pres">
      <dgm:prSet presAssocID="{7C5CC954-4261-4F24-8101-43A27CEB21DE}" presName="sibTrans" presStyleLbl="sibTrans2D1" presStyleIdx="2" presStyleCnt="8"/>
      <dgm:spPr/>
    </dgm:pt>
    <dgm:pt modelId="{4BCB7F99-E8CA-4FBA-BF4F-AE3CAD9D260C}" type="pres">
      <dgm:prSet presAssocID="{7C5CC954-4261-4F24-8101-43A27CEB21DE}" presName="connectorText" presStyleLbl="sibTrans2D1" presStyleIdx="2" presStyleCnt="8"/>
      <dgm:spPr/>
    </dgm:pt>
    <dgm:pt modelId="{A1EC2F3C-C680-4443-9D01-85CC08192C19}" type="pres">
      <dgm:prSet presAssocID="{292429C6-C958-4A7E-8916-1A5C00D89271}" presName="node" presStyleLbl="node1" presStyleIdx="3" presStyleCnt="9">
        <dgm:presLayoutVars>
          <dgm:bulletEnabled val="1"/>
        </dgm:presLayoutVars>
      </dgm:prSet>
      <dgm:spPr/>
    </dgm:pt>
    <dgm:pt modelId="{7EC33B0A-0B2B-440F-A98A-8CE56446FB2E}" type="pres">
      <dgm:prSet presAssocID="{14833F88-8D36-492B-8A43-233B4F130D2C}" presName="sibTrans" presStyleLbl="sibTrans2D1" presStyleIdx="3" presStyleCnt="8"/>
      <dgm:spPr/>
    </dgm:pt>
    <dgm:pt modelId="{CFFAD9A7-1975-47AC-82E7-BED910391DEE}" type="pres">
      <dgm:prSet presAssocID="{14833F88-8D36-492B-8A43-233B4F130D2C}" presName="connectorText" presStyleLbl="sibTrans2D1" presStyleIdx="3" presStyleCnt="8"/>
      <dgm:spPr/>
    </dgm:pt>
    <dgm:pt modelId="{778CE182-7CAD-4FF6-999A-BAF2CB81FA28}" type="pres">
      <dgm:prSet presAssocID="{C60B94F6-662F-4206-A403-F052DE4F6EF9}" presName="node" presStyleLbl="node1" presStyleIdx="4" presStyleCnt="9">
        <dgm:presLayoutVars>
          <dgm:bulletEnabled val="1"/>
        </dgm:presLayoutVars>
      </dgm:prSet>
      <dgm:spPr/>
    </dgm:pt>
    <dgm:pt modelId="{87B64C65-88EC-409B-8306-5F8DF6B156B4}" type="pres">
      <dgm:prSet presAssocID="{27DFBD6A-5EA8-4397-B47C-D4A905D18C8C}" presName="sibTrans" presStyleLbl="sibTrans2D1" presStyleIdx="4" presStyleCnt="8"/>
      <dgm:spPr/>
    </dgm:pt>
    <dgm:pt modelId="{B7D7FF4B-FBFD-45BB-BCCD-BFA9E9B18B07}" type="pres">
      <dgm:prSet presAssocID="{27DFBD6A-5EA8-4397-B47C-D4A905D18C8C}" presName="connectorText" presStyleLbl="sibTrans2D1" presStyleIdx="4" presStyleCnt="8"/>
      <dgm:spPr/>
    </dgm:pt>
    <dgm:pt modelId="{36C9CD35-2C2F-4A18-A8CF-AD567429E064}" type="pres">
      <dgm:prSet presAssocID="{EF74536E-A240-475A-AB40-828F276E6C16}" presName="node" presStyleLbl="node1" presStyleIdx="5" presStyleCnt="9">
        <dgm:presLayoutVars>
          <dgm:bulletEnabled val="1"/>
        </dgm:presLayoutVars>
      </dgm:prSet>
      <dgm:spPr/>
    </dgm:pt>
    <dgm:pt modelId="{42E5D6D2-9F1B-40EA-B300-649E353AF6E7}" type="pres">
      <dgm:prSet presAssocID="{CC8D2037-4F3A-4DF9-A728-CD98800A58B9}" presName="sibTrans" presStyleLbl="sibTrans2D1" presStyleIdx="5" presStyleCnt="8"/>
      <dgm:spPr/>
    </dgm:pt>
    <dgm:pt modelId="{0A8C9110-77F6-4BB4-9085-BC27B641B513}" type="pres">
      <dgm:prSet presAssocID="{CC8D2037-4F3A-4DF9-A728-CD98800A58B9}" presName="connectorText" presStyleLbl="sibTrans2D1" presStyleIdx="5" presStyleCnt="8"/>
      <dgm:spPr/>
    </dgm:pt>
    <dgm:pt modelId="{2D550DB3-652D-4D4C-9CE9-D430B3E9CFBD}" type="pres">
      <dgm:prSet presAssocID="{66780037-D4B6-45F7-825B-66E76E1C981E}" presName="node" presStyleLbl="node1" presStyleIdx="6" presStyleCnt="9">
        <dgm:presLayoutVars>
          <dgm:bulletEnabled val="1"/>
        </dgm:presLayoutVars>
      </dgm:prSet>
      <dgm:spPr/>
    </dgm:pt>
    <dgm:pt modelId="{C1B5D3A1-306A-456E-B832-18C47ECB8D58}" type="pres">
      <dgm:prSet presAssocID="{37B1E933-2FCD-4788-BDAD-CC9A38911A99}" presName="sibTrans" presStyleLbl="sibTrans2D1" presStyleIdx="6" presStyleCnt="8"/>
      <dgm:spPr/>
    </dgm:pt>
    <dgm:pt modelId="{3CFE4BA1-0E24-438F-A65D-9F953710FF09}" type="pres">
      <dgm:prSet presAssocID="{37B1E933-2FCD-4788-BDAD-CC9A38911A99}" presName="connectorText" presStyleLbl="sibTrans2D1" presStyleIdx="6" presStyleCnt="8"/>
      <dgm:spPr/>
    </dgm:pt>
    <dgm:pt modelId="{95315857-FBE4-472D-BD99-2E7B4EE3991B}" type="pres">
      <dgm:prSet presAssocID="{48ECFE01-DE4E-4F99-BFD9-25A1BD8C38AE}" presName="node" presStyleLbl="node1" presStyleIdx="7" presStyleCnt="9">
        <dgm:presLayoutVars>
          <dgm:bulletEnabled val="1"/>
        </dgm:presLayoutVars>
      </dgm:prSet>
      <dgm:spPr/>
    </dgm:pt>
    <dgm:pt modelId="{E1ECD2D1-9513-4974-AE54-9289840F1AA6}" type="pres">
      <dgm:prSet presAssocID="{18459FF2-4151-4753-B2D5-94D330FEEAF9}" presName="sibTrans" presStyleLbl="sibTrans2D1" presStyleIdx="7" presStyleCnt="8"/>
      <dgm:spPr/>
    </dgm:pt>
    <dgm:pt modelId="{35476B9A-38CA-40E8-BD8E-F0B9F93C99E8}" type="pres">
      <dgm:prSet presAssocID="{18459FF2-4151-4753-B2D5-94D330FEEAF9}" presName="connectorText" presStyleLbl="sibTrans2D1" presStyleIdx="7" presStyleCnt="8"/>
      <dgm:spPr/>
    </dgm:pt>
    <dgm:pt modelId="{224D8D11-5566-422E-90C7-7FD9CA503383}" type="pres">
      <dgm:prSet presAssocID="{A3CA901B-9996-4AFA-9A60-974B5A153105}" presName="node" presStyleLbl="node1" presStyleIdx="8" presStyleCnt="9" custLinFactNeighborX="1875">
        <dgm:presLayoutVars>
          <dgm:bulletEnabled val="1"/>
        </dgm:presLayoutVars>
      </dgm:prSet>
      <dgm:spPr/>
    </dgm:pt>
  </dgm:ptLst>
  <dgm:cxnLst>
    <dgm:cxn modelId="{C9C87104-1EEE-499A-93D5-58A85A0052D2}" type="presOf" srcId="{66780037-D4B6-45F7-825B-66E76E1C981E}" destId="{2D550DB3-652D-4D4C-9CE9-D430B3E9CFBD}" srcOrd="0" destOrd="0" presId="urn:microsoft.com/office/officeart/2005/8/layout/process5"/>
    <dgm:cxn modelId="{2DF8D71A-785A-4A8F-83BD-0C997DE23671}" type="presOf" srcId="{14833F88-8D36-492B-8A43-233B4F130D2C}" destId="{7EC33B0A-0B2B-440F-A98A-8CE56446FB2E}" srcOrd="0" destOrd="0" presId="urn:microsoft.com/office/officeart/2005/8/layout/process5"/>
    <dgm:cxn modelId="{9C61CA1C-3D8C-4B08-9299-F255D2F8EF6B}" srcId="{26B51993-5354-4DB3-A0D4-BF9DF99DDD2A}" destId="{78F42F8F-2B10-4C76-8DE1-8F7867178C09}" srcOrd="2" destOrd="0" parTransId="{CCC1D7B3-9F45-41E4-9493-6A110315666D}" sibTransId="{7C5CC954-4261-4F24-8101-43A27CEB21DE}"/>
    <dgm:cxn modelId="{335BED1E-42A9-4BED-8EB9-14E3422A9D5D}" srcId="{26B51993-5354-4DB3-A0D4-BF9DF99DDD2A}" destId="{48ECFE01-DE4E-4F99-BFD9-25A1BD8C38AE}" srcOrd="7" destOrd="0" parTransId="{05397921-AE70-4DFB-8EE8-BBF14DB3E8C9}" sibTransId="{18459FF2-4151-4753-B2D5-94D330FEEAF9}"/>
    <dgm:cxn modelId="{277FBB33-A884-4443-9783-EB74E7F8B335}" type="presOf" srcId="{EF74536E-A240-475A-AB40-828F276E6C16}" destId="{36C9CD35-2C2F-4A18-A8CF-AD567429E064}" srcOrd="0" destOrd="0" presId="urn:microsoft.com/office/officeart/2005/8/layout/process5"/>
    <dgm:cxn modelId="{301AEF38-E404-4197-9AC5-7425EDF04AEA}" type="presOf" srcId="{27DFBD6A-5EA8-4397-B47C-D4A905D18C8C}" destId="{87B64C65-88EC-409B-8306-5F8DF6B156B4}" srcOrd="0" destOrd="0" presId="urn:microsoft.com/office/officeart/2005/8/layout/process5"/>
    <dgm:cxn modelId="{92EDBE3B-EA76-4FE6-B7C9-CEFC5974B2C0}" type="presOf" srcId="{C60B94F6-662F-4206-A403-F052DE4F6EF9}" destId="{778CE182-7CAD-4FF6-999A-BAF2CB81FA28}" srcOrd="0" destOrd="0" presId="urn:microsoft.com/office/officeart/2005/8/layout/process5"/>
    <dgm:cxn modelId="{F58F163E-6D04-4C0D-B80D-1AAE1A73769A}" type="presOf" srcId="{CC8D2037-4F3A-4DF9-A728-CD98800A58B9}" destId="{42E5D6D2-9F1B-40EA-B300-649E353AF6E7}" srcOrd="0" destOrd="0" presId="urn:microsoft.com/office/officeart/2005/8/layout/process5"/>
    <dgm:cxn modelId="{B1954460-38CE-4C9E-905C-4D8889096068}" type="presOf" srcId="{CC8D2037-4F3A-4DF9-A728-CD98800A58B9}" destId="{0A8C9110-77F6-4BB4-9085-BC27B641B513}" srcOrd="1" destOrd="0" presId="urn:microsoft.com/office/officeart/2005/8/layout/process5"/>
    <dgm:cxn modelId="{A87A7846-AE82-4E13-A0CC-3DE5F7D1F7CA}" srcId="{26B51993-5354-4DB3-A0D4-BF9DF99DDD2A}" destId="{66780037-D4B6-45F7-825B-66E76E1C981E}" srcOrd="6" destOrd="0" parTransId="{588DE4FF-D545-4AA0-9F67-431E73F92488}" sibTransId="{37B1E933-2FCD-4788-BDAD-CC9A38911A99}"/>
    <dgm:cxn modelId="{0D5DA049-E142-4241-8E42-D7E6366E3550}" srcId="{26B51993-5354-4DB3-A0D4-BF9DF99DDD2A}" destId="{A3CA901B-9996-4AFA-9A60-974B5A153105}" srcOrd="8" destOrd="0" parTransId="{1F4E1515-9454-4FC5-B855-3A4CA8D65EC8}" sibTransId="{4307A011-4871-474C-B07B-4BB3F22E89C2}"/>
    <dgm:cxn modelId="{A9A3C26A-E6A8-4E18-B55E-F9C11B34F1BB}" type="presOf" srcId="{63148E6C-F592-4A07-B36B-2AC68A1A392D}" destId="{1ECB5F4B-A50A-4C50-B62F-123023D736B6}" srcOrd="0" destOrd="0" presId="urn:microsoft.com/office/officeart/2005/8/layout/process5"/>
    <dgm:cxn modelId="{C5C5B16C-D4DA-4360-8FD5-598A41513545}" type="presOf" srcId="{37B1E933-2FCD-4788-BDAD-CC9A38911A99}" destId="{3CFE4BA1-0E24-438F-A65D-9F953710FF09}" srcOrd="1" destOrd="0" presId="urn:microsoft.com/office/officeart/2005/8/layout/process5"/>
    <dgm:cxn modelId="{9C1A956E-2034-4CEB-B857-63B5A10F757E}" type="presOf" srcId="{69E27612-361E-4620-8A4B-2D0673ED1B30}" destId="{6EEFBF8F-4C9E-4318-983D-5C4679C3D1A6}" srcOrd="1" destOrd="0" presId="urn:microsoft.com/office/officeart/2005/8/layout/process5"/>
    <dgm:cxn modelId="{CAB1A074-36AE-412A-8CCA-80E3BF5FEA4A}" type="presOf" srcId="{A3CA901B-9996-4AFA-9A60-974B5A153105}" destId="{224D8D11-5566-422E-90C7-7FD9CA503383}" srcOrd="0" destOrd="0" presId="urn:microsoft.com/office/officeart/2005/8/layout/process5"/>
    <dgm:cxn modelId="{1CBB6955-AFEB-42EF-BAEB-C7EA7A9571F4}" type="presOf" srcId="{18459FF2-4151-4753-B2D5-94D330FEEAF9}" destId="{E1ECD2D1-9513-4974-AE54-9289840F1AA6}" srcOrd="0" destOrd="0" presId="urn:microsoft.com/office/officeart/2005/8/layout/process5"/>
    <dgm:cxn modelId="{3EEAAD58-7042-4F6A-80B3-0450FAD867C8}" type="presOf" srcId="{37B1E933-2FCD-4788-BDAD-CC9A38911A99}" destId="{C1B5D3A1-306A-456E-B832-18C47ECB8D58}" srcOrd="0" destOrd="0" presId="urn:microsoft.com/office/officeart/2005/8/layout/process5"/>
    <dgm:cxn modelId="{69DA2859-5871-4403-A2BF-DA1962D54F22}" srcId="{26B51993-5354-4DB3-A0D4-BF9DF99DDD2A}" destId="{292429C6-C958-4A7E-8916-1A5C00D89271}" srcOrd="3" destOrd="0" parTransId="{375B9593-6452-4EB7-A796-37E0DB5EDBD5}" sibTransId="{14833F88-8D36-492B-8A43-233B4F130D2C}"/>
    <dgm:cxn modelId="{5FC1DD7F-5105-4F27-81CE-72DB971B340D}" srcId="{26B51993-5354-4DB3-A0D4-BF9DF99DDD2A}" destId="{EF74536E-A240-475A-AB40-828F276E6C16}" srcOrd="5" destOrd="0" parTransId="{AD458520-BEFE-4490-BECB-EFC4D19B0CC5}" sibTransId="{CC8D2037-4F3A-4DF9-A728-CD98800A58B9}"/>
    <dgm:cxn modelId="{4E6B0580-80AA-4872-99D1-11D3BEA23FB4}" type="presOf" srcId="{7C5CC954-4261-4F24-8101-43A27CEB21DE}" destId="{096A1BE6-2785-49AA-865B-0EEBA8858C31}" srcOrd="0" destOrd="0" presId="urn:microsoft.com/office/officeart/2005/8/layout/process5"/>
    <dgm:cxn modelId="{6D3FFF84-B7C1-4922-8739-559164FB3AC6}" type="presOf" srcId="{7C5CC954-4261-4F24-8101-43A27CEB21DE}" destId="{4BCB7F99-E8CA-4FBA-BF4F-AE3CAD9D260C}" srcOrd="1" destOrd="0" presId="urn:microsoft.com/office/officeart/2005/8/layout/process5"/>
    <dgm:cxn modelId="{72EA6686-8747-4207-BD0C-967279DBFDF7}" srcId="{26B51993-5354-4DB3-A0D4-BF9DF99DDD2A}" destId="{B60C275F-54E8-4894-9975-DE1D2DDA1C3B}" srcOrd="0" destOrd="0" parTransId="{A5C7FAD8-A99B-460A-A50A-A3D04E66BA27}" sibTransId="{C2114614-1254-453C-B2DD-8C02A780E2FB}"/>
    <dgm:cxn modelId="{2683248B-511F-4671-9627-79EC16F169E9}" type="presOf" srcId="{C2114614-1254-453C-B2DD-8C02A780E2FB}" destId="{F0BBB5F9-6137-44A0-88AB-18C3ECBB0677}" srcOrd="1" destOrd="0" presId="urn:microsoft.com/office/officeart/2005/8/layout/process5"/>
    <dgm:cxn modelId="{8F26118C-6FE7-435B-9167-C0B66C2B16A3}" type="presOf" srcId="{48ECFE01-DE4E-4F99-BFD9-25A1BD8C38AE}" destId="{95315857-FBE4-472D-BD99-2E7B4EE3991B}" srcOrd="0" destOrd="0" presId="urn:microsoft.com/office/officeart/2005/8/layout/process5"/>
    <dgm:cxn modelId="{A4CBEC93-B5FE-4B89-9478-77EB8936E160}" type="presOf" srcId="{C2114614-1254-453C-B2DD-8C02A780E2FB}" destId="{AA64FB4E-FE1C-4117-B78F-5D466F1BAEF9}" srcOrd="0" destOrd="0" presId="urn:microsoft.com/office/officeart/2005/8/layout/process5"/>
    <dgm:cxn modelId="{48DF5297-71F6-4F8E-B74A-09093A736EF3}" type="presOf" srcId="{26B51993-5354-4DB3-A0D4-BF9DF99DDD2A}" destId="{F151240C-6826-4A89-9B98-0526BFE362B4}" srcOrd="0" destOrd="0" presId="urn:microsoft.com/office/officeart/2005/8/layout/process5"/>
    <dgm:cxn modelId="{7A565AAF-15BE-417B-BCBA-584D9B2375BE}" type="presOf" srcId="{78F42F8F-2B10-4C76-8DE1-8F7867178C09}" destId="{A9896837-5576-4B3E-97E1-41A609BE435F}" srcOrd="0" destOrd="0" presId="urn:microsoft.com/office/officeart/2005/8/layout/process5"/>
    <dgm:cxn modelId="{1B3202B4-6752-4428-96F9-14C6F90FD2C4}" type="presOf" srcId="{18459FF2-4151-4753-B2D5-94D330FEEAF9}" destId="{35476B9A-38CA-40E8-BD8E-F0B9F93C99E8}" srcOrd="1" destOrd="0" presId="urn:microsoft.com/office/officeart/2005/8/layout/process5"/>
    <dgm:cxn modelId="{1AEA2DBB-690C-4C08-839A-4AC9E41DD093}" type="presOf" srcId="{69E27612-361E-4620-8A4B-2D0673ED1B30}" destId="{5A0478E9-B1D0-4CBC-8624-24ED4A88E3BF}" srcOrd="0" destOrd="0" presId="urn:microsoft.com/office/officeart/2005/8/layout/process5"/>
    <dgm:cxn modelId="{77709EBC-4EF8-4B71-B688-3A4B9FA10937}" type="presOf" srcId="{27DFBD6A-5EA8-4397-B47C-D4A905D18C8C}" destId="{B7D7FF4B-FBFD-45BB-BCCD-BFA9E9B18B07}" srcOrd="1" destOrd="0" presId="urn:microsoft.com/office/officeart/2005/8/layout/process5"/>
    <dgm:cxn modelId="{B93028BF-D486-4167-9A8B-12A18BA38549}" srcId="{26B51993-5354-4DB3-A0D4-BF9DF99DDD2A}" destId="{63148E6C-F592-4A07-B36B-2AC68A1A392D}" srcOrd="1" destOrd="0" parTransId="{7BAD58A6-72D5-4B00-AA06-8B45E3B1A9B0}" sibTransId="{69E27612-361E-4620-8A4B-2D0673ED1B30}"/>
    <dgm:cxn modelId="{8CC7A3C1-5D75-4CB2-95CC-8C3C673C3707}" type="presOf" srcId="{292429C6-C958-4A7E-8916-1A5C00D89271}" destId="{A1EC2F3C-C680-4443-9D01-85CC08192C19}" srcOrd="0" destOrd="0" presId="urn:microsoft.com/office/officeart/2005/8/layout/process5"/>
    <dgm:cxn modelId="{5509CFD0-E3FF-4526-8067-5358FAB85E4F}" type="presOf" srcId="{B60C275F-54E8-4894-9975-DE1D2DDA1C3B}" destId="{B89CD996-DDD7-4A05-929A-2A9FA4AB0DF3}" srcOrd="0" destOrd="0" presId="urn:microsoft.com/office/officeart/2005/8/layout/process5"/>
    <dgm:cxn modelId="{F09317D4-63DB-4B69-9D1A-8499A4B107A5}" type="presOf" srcId="{14833F88-8D36-492B-8A43-233B4F130D2C}" destId="{CFFAD9A7-1975-47AC-82E7-BED910391DEE}" srcOrd="1" destOrd="0" presId="urn:microsoft.com/office/officeart/2005/8/layout/process5"/>
    <dgm:cxn modelId="{7844F8F6-AFB2-45C7-8E79-B2F78C65FF4D}" srcId="{26B51993-5354-4DB3-A0D4-BF9DF99DDD2A}" destId="{C60B94F6-662F-4206-A403-F052DE4F6EF9}" srcOrd="4" destOrd="0" parTransId="{08138936-313D-4C54-B4AE-C43E1D29B7EA}" sibTransId="{27DFBD6A-5EA8-4397-B47C-D4A905D18C8C}"/>
    <dgm:cxn modelId="{EE23E936-50E0-4A71-BE1F-D22F3D8B2C27}" type="presParOf" srcId="{F151240C-6826-4A89-9B98-0526BFE362B4}" destId="{B89CD996-DDD7-4A05-929A-2A9FA4AB0DF3}" srcOrd="0" destOrd="0" presId="urn:microsoft.com/office/officeart/2005/8/layout/process5"/>
    <dgm:cxn modelId="{630136DF-E3B8-4FD3-AEBE-B3DD30433E68}" type="presParOf" srcId="{F151240C-6826-4A89-9B98-0526BFE362B4}" destId="{AA64FB4E-FE1C-4117-B78F-5D466F1BAEF9}" srcOrd="1" destOrd="0" presId="urn:microsoft.com/office/officeart/2005/8/layout/process5"/>
    <dgm:cxn modelId="{39A23ABB-4D0B-46C8-B32D-D064C3E68FED}" type="presParOf" srcId="{AA64FB4E-FE1C-4117-B78F-5D466F1BAEF9}" destId="{F0BBB5F9-6137-44A0-88AB-18C3ECBB0677}" srcOrd="0" destOrd="0" presId="urn:microsoft.com/office/officeart/2005/8/layout/process5"/>
    <dgm:cxn modelId="{BD1AEE3E-2BA9-439D-AC1F-796B97ED813E}" type="presParOf" srcId="{F151240C-6826-4A89-9B98-0526BFE362B4}" destId="{1ECB5F4B-A50A-4C50-B62F-123023D736B6}" srcOrd="2" destOrd="0" presId="urn:microsoft.com/office/officeart/2005/8/layout/process5"/>
    <dgm:cxn modelId="{E563BCC5-6EEF-4261-995B-3BE61515D5BA}" type="presParOf" srcId="{F151240C-6826-4A89-9B98-0526BFE362B4}" destId="{5A0478E9-B1D0-4CBC-8624-24ED4A88E3BF}" srcOrd="3" destOrd="0" presId="urn:microsoft.com/office/officeart/2005/8/layout/process5"/>
    <dgm:cxn modelId="{FCE52ABE-3CB8-48BB-8320-C615F0CA71CC}" type="presParOf" srcId="{5A0478E9-B1D0-4CBC-8624-24ED4A88E3BF}" destId="{6EEFBF8F-4C9E-4318-983D-5C4679C3D1A6}" srcOrd="0" destOrd="0" presId="urn:microsoft.com/office/officeart/2005/8/layout/process5"/>
    <dgm:cxn modelId="{55A0B94D-592E-46BD-900F-7AAB9DE2805D}" type="presParOf" srcId="{F151240C-6826-4A89-9B98-0526BFE362B4}" destId="{A9896837-5576-4B3E-97E1-41A609BE435F}" srcOrd="4" destOrd="0" presId="urn:microsoft.com/office/officeart/2005/8/layout/process5"/>
    <dgm:cxn modelId="{DEEB180B-5042-4A26-B8AF-5889A1DCF14E}" type="presParOf" srcId="{F151240C-6826-4A89-9B98-0526BFE362B4}" destId="{096A1BE6-2785-49AA-865B-0EEBA8858C31}" srcOrd="5" destOrd="0" presId="urn:microsoft.com/office/officeart/2005/8/layout/process5"/>
    <dgm:cxn modelId="{006296E6-FFD6-44DF-880E-2361CC1B9D22}" type="presParOf" srcId="{096A1BE6-2785-49AA-865B-0EEBA8858C31}" destId="{4BCB7F99-E8CA-4FBA-BF4F-AE3CAD9D260C}" srcOrd="0" destOrd="0" presId="urn:microsoft.com/office/officeart/2005/8/layout/process5"/>
    <dgm:cxn modelId="{259B6D93-8D57-4506-82F1-98B7C539DD11}" type="presParOf" srcId="{F151240C-6826-4A89-9B98-0526BFE362B4}" destId="{A1EC2F3C-C680-4443-9D01-85CC08192C19}" srcOrd="6" destOrd="0" presId="urn:microsoft.com/office/officeart/2005/8/layout/process5"/>
    <dgm:cxn modelId="{D0A541EF-21BA-4B0C-8ED2-B16E2DAC4A6D}" type="presParOf" srcId="{F151240C-6826-4A89-9B98-0526BFE362B4}" destId="{7EC33B0A-0B2B-440F-A98A-8CE56446FB2E}" srcOrd="7" destOrd="0" presId="urn:microsoft.com/office/officeart/2005/8/layout/process5"/>
    <dgm:cxn modelId="{C3A1CAA9-C026-493D-93C0-C72BE4B32AAF}" type="presParOf" srcId="{7EC33B0A-0B2B-440F-A98A-8CE56446FB2E}" destId="{CFFAD9A7-1975-47AC-82E7-BED910391DEE}" srcOrd="0" destOrd="0" presId="urn:microsoft.com/office/officeart/2005/8/layout/process5"/>
    <dgm:cxn modelId="{6B97DD7C-8207-4ABF-A0AC-CBA128DF9A49}" type="presParOf" srcId="{F151240C-6826-4A89-9B98-0526BFE362B4}" destId="{778CE182-7CAD-4FF6-999A-BAF2CB81FA28}" srcOrd="8" destOrd="0" presId="urn:microsoft.com/office/officeart/2005/8/layout/process5"/>
    <dgm:cxn modelId="{B3448E0D-036F-4A5E-B0B0-EF3EB5ECD903}" type="presParOf" srcId="{F151240C-6826-4A89-9B98-0526BFE362B4}" destId="{87B64C65-88EC-409B-8306-5F8DF6B156B4}" srcOrd="9" destOrd="0" presId="urn:microsoft.com/office/officeart/2005/8/layout/process5"/>
    <dgm:cxn modelId="{C6999ED0-B363-487F-943C-61D3AAB77A39}" type="presParOf" srcId="{87B64C65-88EC-409B-8306-5F8DF6B156B4}" destId="{B7D7FF4B-FBFD-45BB-BCCD-BFA9E9B18B07}" srcOrd="0" destOrd="0" presId="urn:microsoft.com/office/officeart/2005/8/layout/process5"/>
    <dgm:cxn modelId="{519F1410-C539-4830-B606-F2C6496B8FBC}" type="presParOf" srcId="{F151240C-6826-4A89-9B98-0526BFE362B4}" destId="{36C9CD35-2C2F-4A18-A8CF-AD567429E064}" srcOrd="10" destOrd="0" presId="urn:microsoft.com/office/officeart/2005/8/layout/process5"/>
    <dgm:cxn modelId="{92E7A3F7-97AA-4779-8CD3-666FCBBFC00C}" type="presParOf" srcId="{F151240C-6826-4A89-9B98-0526BFE362B4}" destId="{42E5D6D2-9F1B-40EA-B300-649E353AF6E7}" srcOrd="11" destOrd="0" presId="urn:microsoft.com/office/officeart/2005/8/layout/process5"/>
    <dgm:cxn modelId="{74EB57BF-8B57-4860-8FC9-23CC1A344D5E}" type="presParOf" srcId="{42E5D6D2-9F1B-40EA-B300-649E353AF6E7}" destId="{0A8C9110-77F6-4BB4-9085-BC27B641B513}" srcOrd="0" destOrd="0" presId="urn:microsoft.com/office/officeart/2005/8/layout/process5"/>
    <dgm:cxn modelId="{8CC0ADEB-EBCF-4316-8F2E-E062C1710A79}" type="presParOf" srcId="{F151240C-6826-4A89-9B98-0526BFE362B4}" destId="{2D550DB3-652D-4D4C-9CE9-D430B3E9CFBD}" srcOrd="12" destOrd="0" presId="urn:microsoft.com/office/officeart/2005/8/layout/process5"/>
    <dgm:cxn modelId="{81A69CB7-586A-4606-ADA8-B9F45E46F162}" type="presParOf" srcId="{F151240C-6826-4A89-9B98-0526BFE362B4}" destId="{C1B5D3A1-306A-456E-B832-18C47ECB8D58}" srcOrd="13" destOrd="0" presId="urn:microsoft.com/office/officeart/2005/8/layout/process5"/>
    <dgm:cxn modelId="{B12D8AF7-0286-4DBF-A217-29DE205ADFAF}" type="presParOf" srcId="{C1B5D3A1-306A-456E-B832-18C47ECB8D58}" destId="{3CFE4BA1-0E24-438F-A65D-9F953710FF09}" srcOrd="0" destOrd="0" presId="urn:microsoft.com/office/officeart/2005/8/layout/process5"/>
    <dgm:cxn modelId="{E4184289-31C3-4B91-B832-6623FCC84471}" type="presParOf" srcId="{F151240C-6826-4A89-9B98-0526BFE362B4}" destId="{95315857-FBE4-472D-BD99-2E7B4EE3991B}" srcOrd="14" destOrd="0" presId="urn:microsoft.com/office/officeart/2005/8/layout/process5"/>
    <dgm:cxn modelId="{E5816A7D-6289-4FA9-A00A-B1746E04CD8E}" type="presParOf" srcId="{F151240C-6826-4A89-9B98-0526BFE362B4}" destId="{E1ECD2D1-9513-4974-AE54-9289840F1AA6}" srcOrd="15" destOrd="0" presId="urn:microsoft.com/office/officeart/2005/8/layout/process5"/>
    <dgm:cxn modelId="{F9004037-BA28-42BC-BC09-933C597A6981}" type="presParOf" srcId="{E1ECD2D1-9513-4974-AE54-9289840F1AA6}" destId="{35476B9A-38CA-40E8-BD8E-F0B9F93C99E8}" srcOrd="0" destOrd="0" presId="urn:microsoft.com/office/officeart/2005/8/layout/process5"/>
    <dgm:cxn modelId="{8E0A9645-A525-46B8-859E-2384B1AFDCEB}" type="presParOf" srcId="{F151240C-6826-4A89-9B98-0526BFE362B4}" destId="{224D8D11-5566-422E-90C7-7FD9CA503383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B51993-5354-4DB3-A0D4-BF9DF99DDD2A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151240C-6826-4A89-9B98-0526BFE362B4}" type="pres">
      <dgm:prSet presAssocID="{26B51993-5354-4DB3-A0D4-BF9DF99DDD2A}" presName="diagram" presStyleCnt="0">
        <dgm:presLayoutVars>
          <dgm:dir/>
          <dgm:resizeHandles val="exact"/>
        </dgm:presLayoutVars>
      </dgm:prSet>
      <dgm:spPr/>
    </dgm:pt>
  </dgm:ptLst>
  <dgm:cxnLst>
    <dgm:cxn modelId="{48DF5297-71F6-4F8E-B74A-09093A736EF3}" type="presOf" srcId="{26B51993-5354-4DB3-A0D4-BF9DF99DDD2A}" destId="{F151240C-6826-4A89-9B98-0526BFE362B4}" srcOrd="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CD996-DDD7-4A05-929A-2A9FA4AB0DF3}">
      <dsp:nvSpPr>
        <dsp:cNvPr id="0" name=""/>
        <dsp:cNvSpPr/>
      </dsp:nvSpPr>
      <dsp:spPr>
        <a:xfrm>
          <a:off x="284968" y="1430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User wants to travel</a:t>
          </a:r>
        </a:p>
      </dsp:txBody>
      <dsp:txXfrm>
        <a:off x="318579" y="35041"/>
        <a:ext cx="1845405" cy="1080354"/>
      </dsp:txXfrm>
    </dsp:sp>
    <dsp:sp modelId="{AA64FB4E-FE1C-4117-B78F-5D466F1BAEF9}">
      <dsp:nvSpPr>
        <dsp:cNvPr id="0" name=""/>
        <dsp:cNvSpPr/>
      </dsp:nvSpPr>
      <dsp:spPr>
        <a:xfrm>
          <a:off x="2365907" y="338052"/>
          <a:ext cx="405477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365907" y="432918"/>
        <a:ext cx="283834" cy="284599"/>
      </dsp:txXfrm>
    </dsp:sp>
    <dsp:sp modelId="{1ECB5F4B-A50A-4C50-B62F-123023D736B6}">
      <dsp:nvSpPr>
        <dsp:cNvPr id="0" name=""/>
        <dsp:cNvSpPr/>
      </dsp:nvSpPr>
      <dsp:spPr>
        <a:xfrm>
          <a:off x="2962647" y="1430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Search for a destination</a:t>
          </a:r>
        </a:p>
      </dsp:txBody>
      <dsp:txXfrm>
        <a:off x="2996258" y="35041"/>
        <a:ext cx="1845405" cy="1080354"/>
      </dsp:txXfrm>
    </dsp:sp>
    <dsp:sp modelId="{5A0478E9-B1D0-4CBC-8624-24ED4A88E3BF}">
      <dsp:nvSpPr>
        <dsp:cNvPr id="0" name=""/>
        <dsp:cNvSpPr/>
      </dsp:nvSpPr>
      <dsp:spPr>
        <a:xfrm>
          <a:off x="5043585" y="338052"/>
          <a:ext cx="405477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043585" y="432918"/>
        <a:ext cx="283834" cy="284599"/>
      </dsp:txXfrm>
    </dsp:sp>
    <dsp:sp modelId="{A9896837-5576-4B3E-97E1-41A609BE435F}">
      <dsp:nvSpPr>
        <dsp:cNvPr id="0" name=""/>
        <dsp:cNvSpPr/>
      </dsp:nvSpPr>
      <dsp:spPr>
        <a:xfrm>
          <a:off x="5640325" y="1430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Compare different places</a:t>
          </a:r>
        </a:p>
      </dsp:txBody>
      <dsp:txXfrm>
        <a:off x="5673936" y="35041"/>
        <a:ext cx="1845405" cy="1080354"/>
      </dsp:txXfrm>
    </dsp:sp>
    <dsp:sp modelId="{096A1BE6-2785-49AA-865B-0EEBA8858C31}">
      <dsp:nvSpPr>
        <dsp:cNvPr id="0" name=""/>
        <dsp:cNvSpPr/>
      </dsp:nvSpPr>
      <dsp:spPr>
        <a:xfrm>
          <a:off x="7721264" y="338052"/>
          <a:ext cx="405477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721264" y="432918"/>
        <a:ext cx="283834" cy="284599"/>
      </dsp:txXfrm>
    </dsp:sp>
    <dsp:sp modelId="{A1EC2F3C-C680-4443-9D01-85CC08192C19}">
      <dsp:nvSpPr>
        <dsp:cNvPr id="0" name=""/>
        <dsp:cNvSpPr/>
      </dsp:nvSpPr>
      <dsp:spPr>
        <a:xfrm>
          <a:off x="8318003" y="1430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Estimate travel budget</a:t>
          </a:r>
        </a:p>
      </dsp:txBody>
      <dsp:txXfrm>
        <a:off x="8351614" y="35041"/>
        <a:ext cx="1845405" cy="1080354"/>
      </dsp:txXfrm>
    </dsp:sp>
    <dsp:sp modelId="{7EC33B0A-0B2B-440F-A98A-8CE56446FB2E}">
      <dsp:nvSpPr>
        <dsp:cNvPr id="0" name=""/>
        <dsp:cNvSpPr/>
      </dsp:nvSpPr>
      <dsp:spPr>
        <a:xfrm rot="5400000">
          <a:off x="9071579" y="1282890"/>
          <a:ext cx="405477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9132019" y="1317317"/>
        <a:ext cx="284599" cy="283834"/>
      </dsp:txXfrm>
    </dsp:sp>
    <dsp:sp modelId="{778CE182-7CAD-4FF6-999A-BAF2CB81FA28}">
      <dsp:nvSpPr>
        <dsp:cNvPr id="0" name=""/>
        <dsp:cNvSpPr/>
      </dsp:nvSpPr>
      <dsp:spPr>
        <a:xfrm>
          <a:off x="8318003" y="1914057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Plan the itinerary</a:t>
          </a:r>
        </a:p>
      </dsp:txBody>
      <dsp:txXfrm>
        <a:off x="8351614" y="1947668"/>
        <a:ext cx="1845405" cy="1080354"/>
      </dsp:txXfrm>
    </dsp:sp>
    <dsp:sp modelId="{87B64C65-88EC-409B-8306-5F8DF6B156B4}">
      <dsp:nvSpPr>
        <dsp:cNvPr id="0" name=""/>
        <dsp:cNvSpPr/>
      </dsp:nvSpPr>
      <dsp:spPr>
        <a:xfrm rot="10800000">
          <a:off x="7744215" y="2250680"/>
          <a:ext cx="405477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7865858" y="2345546"/>
        <a:ext cx="283834" cy="284599"/>
      </dsp:txXfrm>
    </dsp:sp>
    <dsp:sp modelId="{36C9CD35-2C2F-4A18-A8CF-AD567429E064}">
      <dsp:nvSpPr>
        <dsp:cNvPr id="0" name=""/>
        <dsp:cNvSpPr/>
      </dsp:nvSpPr>
      <dsp:spPr>
        <a:xfrm>
          <a:off x="5640325" y="1914057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Find hotels &amp; restaurants</a:t>
          </a:r>
          <a:endParaRPr lang="en-US" sz="2400" kern="1200" dirty="0"/>
        </a:p>
      </dsp:txBody>
      <dsp:txXfrm>
        <a:off x="5673936" y="1947668"/>
        <a:ext cx="1845405" cy="1080354"/>
      </dsp:txXfrm>
    </dsp:sp>
    <dsp:sp modelId="{42E5D6D2-9F1B-40EA-B300-649E353AF6E7}">
      <dsp:nvSpPr>
        <dsp:cNvPr id="0" name=""/>
        <dsp:cNvSpPr/>
      </dsp:nvSpPr>
      <dsp:spPr>
        <a:xfrm rot="10800000">
          <a:off x="5066537" y="2250680"/>
          <a:ext cx="405477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188180" y="2345546"/>
        <a:ext cx="283834" cy="284599"/>
      </dsp:txXfrm>
    </dsp:sp>
    <dsp:sp modelId="{2D550DB3-652D-4D4C-9CE9-D430B3E9CFBD}">
      <dsp:nvSpPr>
        <dsp:cNvPr id="0" name=""/>
        <dsp:cNvSpPr/>
      </dsp:nvSpPr>
      <dsp:spPr>
        <a:xfrm>
          <a:off x="2962647" y="1914057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Check weather forecast</a:t>
          </a:r>
        </a:p>
      </dsp:txBody>
      <dsp:txXfrm>
        <a:off x="2996258" y="1947668"/>
        <a:ext cx="1845405" cy="1080354"/>
      </dsp:txXfrm>
    </dsp:sp>
    <dsp:sp modelId="{C1B5D3A1-306A-456E-B832-18C47ECB8D58}">
      <dsp:nvSpPr>
        <dsp:cNvPr id="0" name=""/>
        <dsp:cNvSpPr/>
      </dsp:nvSpPr>
      <dsp:spPr>
        <a:xfrm rot="10800000">
          <a:off x="2388858" y="2250680"/>
          <a:ext cx="405477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2510501" y="2345546"/>
        <a:ext cx="283834" cy="284599"/>
      </dsp:txXfrm>
    </dsp:sp>
    <dsp:sp modelId="{95315857-FBE4-472D-BD99-2E7B4EE3991B}">
      <dsp:nvSpPr>
        <dsp:cNvPr id="0" name=""/>
        <dsp:cNvSpPr/>
      </dsp:nvSpPr>
      <dsp:spPr>
        <a:xfrm>
          <a:off x="284968" y="1914057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Choose travel route</a:t>
          </a:r>
        </a:p>
      </dsp:txBody>
      <dsp:txXfrm>
        <a:off x="318579" y="1947668"/>
        <a:ext cx="1845405" cy="1080354"/>
      </dsp:txXfrm>
    </dsp:sp>
    <dsp:sp modelId="{E1ECD2D1-9513-4974-AE54-9289840F1AA6}">
      <dsp:nvSpPr>
        <dsp:cNvPr id="0" name=""/>
        <dsp:cNvSpPr/>
      </dsp:nvSpPr>
      <dsp:spPr>
        <a:xfrm rot="5335550">
          <a:off x="1056223" y="3195518"/>
          <a:ext cx="405548" cy="4743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1115558" y="3229920"/>
        <a:ext cx="284599" cy="283884"/>
      </dsp:txXfrm>
    </dsp:sp>
    <dsp:sp modelId="{224D8D11-5566-422E-90C7-7FD9CA503383}">
      <dsp:nvSpPr>
        <dsp:cNvPr id="0" name=""/>
        <dsp:cNvSpPr/>
      </dsp:nvSpPr>
      <dsp:spPr>
        <a:xfrm>
          <a:off x="320830" y="3826685"/>
          <a:ext cx="1912627" cy="11475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Save or share the travel plan</a:t>
          </a:r>
        </a:p>
      </dsp:txBody>
      <dsp:txXfrm>
        <a:off x="354441" y="3860296"/>
        <a:ext cx="1845405" cy="1080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6CAF-FBD0-470B-BD30-CD6B29B79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B5ED6-2F79-4CD2-9C9D-EB87969E8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64CE1-CD0D-4F86-9ABC-9051C83C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A77E6-0F62-41EE-B27F-0BCCEFFC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6505C-6A36-4B42-9013-9ECE0C9B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D551-D629-4B8A-9896-D1F12281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A73CC-CA92-4860-8B51-190292C2E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DFB12-B4D3-4155-9EEA-DC3E4201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D4DB0-C044-4032-8A88-D91211EB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AF20-0A08-40ED-B214-99DE6FA6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3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1BDEA-F651-4329-BB49-D67839BA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B539F-FFAF-4068-9256-BCD706332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86C0B-0D18-4F86-A30F-4C4BDC24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F4B0-A412-49E1-8E57-D1DFBA89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04F28-562B-4748-95FA-9A4A88A9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1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FAFC-6882-4E3B-A26C-8A48D5CF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40BAB-36D6-4EF2-AE75-81D36C189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7793E-A752-4F16-AECF-C76D6F237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B9092-8953-4396-9E5E-7AE978DC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08DE9-685C-4FA8-A802-A49D10F48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58689-1AE6-4D6B-9907-A9E7AFB3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DD22-6907-4DC1-8383-2C6C25DD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A4332-2315-4F60-9A21-24BBBE7C8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AB44C-7FF3-4B8E-9272-468B62CB9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8C07F-580A-404B-8D76-25584336D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1A513-D78E-4A16-AAD3-AE0565934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D4192-DC31-4081-95C8-5B47D224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946088-5BDB-412B-B0C3-1B9F0E8A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6D42AC-BCBB-475C-988C-AC7E7A97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2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9321-0966-44FB-9FBC-154ED55E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4F94E-DCA3-4B9B-BD65-181363DB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6291C-E503-4A19-8E63-15AEA429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40B34-5F2D-403E-9AE7-204C925C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6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2D1E3-5668-408C-A3D8-E8A6BAE82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86CD1-18EF-41E1-A3FE-388D116A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5E401-976E-45F2-B6BF-BD1F0DB0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5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C367A-0CEC-44B6-8951-DBD5902C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75768-E3CB-4565-AF7B-997A6C260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DF7B3-438A-4AAB-A400-A71E5985A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01652-1AD6-4B79-B716-E2DF9807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36E6A-F8DD-4B06-9E21-99485A53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A76F1-098F-4221-983E-4EED7871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4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A7FB-80A8-4C1D-998D-69A45D6E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C49C4-9CDB-4DEC-9486-2EB4A53B7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6449E-F817-4079-9F20-6EDE40651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EC70F-028B-4005-BC80-6BE1B410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874AD-A32F-4601-B277-58A8EA94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1A0C5-51A7-4EC0-9648-E5F49E70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6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42FA-F8C5-4159-98F8-C70DFE85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76FB9-3FA6-4BC0-A99F-AD19FD3D6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CD428-C75A-469F-9546-7EA2F8E7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3091-AC86-43F5-A566-D8B04B20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05D4-4593-4C3D-BCD5-7BFF8CB7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2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AE55B-9397-422B-84E0-23D9A4A56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8141C-D951-46D7-8B08-F984A53D4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17853-B14E-49AE-8854-93F891B0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DD1EB-01D8-4070-8842-343CC16C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D4DCB-A266-455E-AB14-3F370BF0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4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A8A72E-130F-42CF-BEC7-A2341F54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CC177-8EBB-4264-B17B-3BFA98712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7100D-BBA3-4EF1-8098-36ED10A52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76445-DC26-4ED9-A48D-47699EE8923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95BD8-B1C1-4EF9-9B4B-439B210D0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505E8-5F60-4C45-9628-8E915536F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7A3C0-54AB-4128-88ED-D15977F5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3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5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84654-796B-40CC-A2E3-354111D56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0" y="762000"/>
            <a:ext cx="5334197" cy="28574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YamuLK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/>
              <a:t>A Smart Travel Planning Platform for Sri Lankan Travelers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72D31-156F-4DD4-9985-5E8BD3D57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0" y="4381499"/>
            <a:ext cx="5334197" cy="185858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000" dirty="0"/>
              <a:t>2022/E/050 – </a:t>
            </a:r>
            <a:r>
              <a:rPr lang="en-US" sz="2000" dirty="0" err="1"/>
              <a:t>Premarathna</a:t>
            </a:r>
            <a:r>
              <a:rPr lang="en-US" sz="2000" dirty="0"/>
              <a:t> H.M.K.K. </a:t>
            </a:r>
          </a:p>
          <a:p>
            <a:r>
              <a:rPr lang="en-US" sz="2000" dirty="0"/>
              <a:t>2022/E/180 – Prasanjana W.T. </a:t>
            </a:r>
          </a:p>
          <a:p>
            <a:endParaRPr lang="en-US" sz="2000" dirty="0"/>
          </a:p>
          <a:p>
            <a:r>
              <a:rPr lang="en-US" sz="2000" dirty="0"/>
              <a:t>Department of Computer Engineering </a:t>
            </a:r>
          </a:p>
          <a:p>
            <a:r>
              <a:rPr lang="en-US" sz="2000" dirty="0"/>
              <a:t>University of Jaffna</a:t>
            </a:r>
          </a:p>
        </p:txBody>
      </p:sp>
      <p:pic>
        <p:nvPicPr>
          <p:cNvPr id="5" name="Picture 4" descr="A green logo with a person in the middle&#10;&#10;Description automatically generated">
            <a:extLst>
              <a:ext uri="{FF2B5EF4-FFF2-40B4-BE49-F238E27FC236}">
                <a16:creationId xmlns:a16="http://schemas.microsoft.com/office/drawing/2014/main" id="{0605B93D-C549-4B0E-91A8-2A7BD92D6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7" r="1145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338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2AA0F-8901-4131-8303-17106EF8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US" b="1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8CED-1784-4262-9845-4F1743875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515600" cy="4769504"/>
          </a:xfrm>
        </p:spPr>
        <p:txBody>
          <a:bodyPr/>
          <a:lstStyle/>
          <a:p>
            <a:r>
              <a:rPr lang="en-US" sz="2400" dirty="0"/>
              <a:t>Introduction</a:t>
            </a:r>
          </a:p>
          <a:p>
            <a:r>
              <a:rPr lang="en-US" sz="2400" dirty="0"/>
              <a:t>Objectives</a:t>
            </a:r>
          </a:p>
          <a:p>
            <a:r>
              <a:rPr lang="en-US" sz="2400" dirty="0"/>
              <a:t>Target users</a:t>
            </a:r>
          </a:p>
          <a:p>
            <a:r>
              <a:rPr lang="en-US" sz="2400" dirty="0"/>
              <a:t>Requirement Gathering</a:t>
            </a:r>
          </a:p>
          <a:p>
            <a:r>
              <a:rPr lang="en-US" sz="2400" dirty="0"/>
              <a:t>Questionnaire Results</a:t>
            </a:r>
          </a:p>
          <a:p>
            <a:r>
              <a:rPr lang="en-US" sz="2400" dirty="0"/>
              <a:t>Questionnaire Analysis &amp; Key Findings</a:t>
            </a:r>
          </a:p>
          <a:p>
            <a:r>
              <a:rPr lang="en-US" sz="2400" dirty="0"/>
              <a:t>User Requirements</a:t>
            </a:r>
          </a:p>
          <a:p>
            <a:r>
              <a:rPr lang="en-US" sz="2400" dirty="0"/>
              <a:t>Requirement Analysis</a:t>
            </a:r>
          </a:p>
          <a:p>
            <a:r>
              <a:rPr lang="en-US" sz="2400" dirty="0"/>
              <a:t>Mental Model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83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BA0A-AFEE-4B38-B34D-37424CF6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836"/>
            <a:ext cx="10515600" cy="726140"/>
          </a:xfrm>
        </p:spPr>
        <p:txBody>
          <a:bodyPr/>
          <a:lstStyle/>
          <a:p>
            <a:r>
              <a:rPr lang="en-US" b="1"/>
              <a:t>Introduction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CF3B6-2728-4BFE-A097-5E8B1FD7A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2"/>
            <a:ext cx="10515600" cy="515470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600" b="1" dirty="0"/>
              <a:t>Background:</a:t>
            </a:r>
          </a:p>
          <a:p>
            <a:pPr marL="0" indent="0" algn="just">
              <a:buNone/>
            </a:pPr>
            <a:r>
              <a:rPr lang="en-US" sz="1900" dirty="0"/>
              <a:t>Planning a domestic trip in Sri Lanka often requires using multiple platforms to search for destinations, transportation, accommodation, weather updates, and travel costs. This makes trip planning time-consuming and inefficient.</a:t>
            </a:r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r>
              <a:rPr lang="en-US" sz="2600" b="1" dirty="0"/>
              <a:t>Problem Statement:</a:t>
            </a:r>
          </a:p>
          <a:p>
            <a:pPr lvl="1" algn="just"/>
            <a:r>
              <a:rPr lang="en-US" sz="1800" dirty="0"/>
              <a:t>Searching information from multiple platforms</a:t>
            </a:r>
          </a:p>
          <a:p>
            <a:pPr lvl="1" algn="just"/>
            <a:r>
              <a:rPr lang="en-US" sz="1800" dirty="0"/>
              <a:t>Difficulty estimating travel budget</a:t>
            </a:r>
          </a:p>
          <a:p>
            <a:pPr lvl="1" algn="just"/>
            <a:r>
              <a:rPr lang="en-US" sz="1800" dirty="0"/>
              <a:t>Poor itinerary planning</a:t>
            </a:r>
          </a:p>
          <a:p>
            <a:pPr lvl="1" algn="just"/>
            <a:r>
              <a:rPr lang="en-US" sz="1800" dirty="0"/>
              <a:t>Limited personalized recommendations</a:t>
            </a:r>
          </a:p>
          <a:p>
            <a:pPr lvl="1" algn="just"/>
            <a:r>
              <a:rPr lang="en-US" sz="1800" dirty="0"/>
              <a:t>Difficulty finding transportation</a:t>
            </a:r>
          </a:p>
          <a:p>
            <a:pPr lvl="1" algn="just"/>
            <a:r>
              <a:rPr lang="en-US" sz="1800" dirty="0"/>
              <a:t>Lack of weather updates</a:t>
            </a:r>
          </a:p>
          <a:p>
            <a:pPr lvl="1" algn="just"/>
            <a:r>
              <a:rPr lang="en-US" sz="1800" dirty="0"/>
              <a:t>Difficulty finding nearby attractions</a:t>
            </a:r>
          </a:p>
          <a:p>
            <a:pPr lvl="1" algn="just"/>
            <a:endParaRPr lang="en-US" sz="1800" dirty="0"/>
          </a:p>
          <a:p>
            <a:pPr marL="0" indent="0" algn="just">
              <a:buNone/>
            </a:pPr>
            <a:r>
              <a:rPr lang="en-US" sz="2600" b="1" dirty="0"/>
              <a:t>Proposed Solution:</a:t>
            </a:r>
          </a:p>
          <a:p>
            <a:pPr marL="0" indent="0" algn="just">
              <a:buNone/>
            </a:pPr>
            <a:r>
              <a:rPr lang="en-US" sz="1900" b="1" i="1" dirty="0"/>
              <a:t>“</a:t>
            </a:r>
            <a:r>
              <a:rPr lang="en-US" sz="1900" b="1" i="1" dirty="0" err="1"/>
              <a:t>YamuLK</a:t>
            </a:r>
            <a:r>
              <a:rPr lang="en-US" sz="1900" b="1" i="1" dirty="0"/>
              <a:t>” </a:t>
            </a:r>
            <a:r>
              <a:rPr lang="en-US" sz="1900" dirty="0"/>
              <a:t>is a smart travel planning platform that combines all travel planning features into one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28160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8B55-B66C-41F3-BD8C-437711AA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</p:spPr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21467-3A20-4A88-8FB0-8DDC79786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035"/>
            <a:ext cx="10515600" cy="46619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Main Objective:</a:t>
            </a:r>
          </a:p>
          <a:p>
            <a:pPr lvl="1" algn="just"/>
            <a:r>
              <a:rPr lang="en-US" dirty="0"/>
              <a:t>Develop a smart travel planning platform for Sri Lankan domestic travelers.</a:t>
            </a:r>
          </a:p>
          <a:p>
            <a:pPr marL="0" indent="0" algn="just">
              <a:buNone/>
            </a:pPr>
            <a:endParaRPr lang="en-US" sz="2400" b="1" dirty="0"/>
          </a:p>
          <a:p>
            <a:pPr marL="0" indent="0" algn="just">
              <a:buNone/>
            </a:pPr>
            <a:r>
              <a:rPr lang="en-US" b="1" dirty="0"/>
              <a:t>Specific Objectives:</a:t>
            </a:r>
          </a:p>
          <a:p>
            <a:pPr lvl="1" algn="just"/>
            <a:r>
              <a:rPr lang="en-US" dirty="0"/>
              <a:t>Simplify travel planning</a:t>
            </a:r>
          </a:p>
          <a:p>
            <a:pPr lvl="1" algn="just"/>
            <a:r>
              <a:rPr lang="en-US" dirty="0"/>
              <a:t>Provide destination recommendations</a:t>
            </a:r>
          </a:p>
          <a:p>
            <a:pPr lvl="1" algn="just"/>
            <a:r>
              <a:rPr lang="en-US" dirty="0"/>
              <a:t>Generate travel itineraries</a:t>
            </a:r>
          </a:p>
          <a:p>
            <a:pPr lvl="1" algn="just"/>
            <a:r>
              <a:rPr lang="en-US" dirty="0"/>
              <a:t>Estimate travel budget</a:t>
            </a:r>
          </a:p>
          <a:p>
            <a:pPr lvl="1" algn="just"/>
            <a:r>
              <a:rPr lang="en-US" dirty="0"/>
              <a:t>Suggest nearby attractions</a:t>
            </a:r>
          </a:p>
          <a:p>
            <a:pPr lvl="1" algn="just"/>
            <a:r>
              <a:rPr lang="en-US" dirty="0"/>
              <a:t>Display weather information</a:t>
            </a:r>
          </a:p>
          <a:p>
            <a:pPr lvl="1" algn="just"/>
            <a:r>
              <a:rPr lang="en-US" dirty="0"/>
              <a:t>Improve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366090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D0DB-8CD6-4E1C-923A-BB8C7E3F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8899"/>
          </a:xfrm>
        </p:spPr>
        <p:txBody>
          <a:bodyPr/>
          <a:lstStyle/>
          <a:p>
            <a:r>
              <a:rPr lang="en-US" b="1" dirty="0"/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901B5-7339-433A-A67E-09D701190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788"/>
            <a:ext cx="10515600" cy="45991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/>
              <a:t>Our application is designed for Sri Lankan residents who travel within Sri Lanka.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Primary User Groups:</a:t>
            </a:r>
          </a:p>
          <a:p>
            <a:pPr lvl="1" algn="just"/>
            <a:r>
              <a:rPr lang="en-US" dirty="0"/>
              <a:t>Budget Backpackers / University Students (18–25)</a:t>
            </a:r>
          </a:p>
          <a:p>
            <a:pPr lvl="1" algn="just"/>
            <a:r>
              <a:rPr lang="en-US" dirty="0"/>
              <a:t>Family Travelers</a:t>
            </a:r>
          </a:p>
          <a:p>
            <a:pPr lvl="1" algn="just"/>
            <a:r>
              <a:rPr lang="en-US" dirty="0"/>
              <a:t>Adventure Travelers</a:t>
            </a:r>
          </a:p>
          <a:p>
            <a:pPr lvl="1" algn="just"/>
            <a:r>
              <a:rPr lang="en-US" dirty="0"/>
              <a:t>Corporate Trip Planners</a:t>
            </a:r>
          </a:p>
          <a:p>
            <a:pPr lvl="1" algn="just"/>
            <a:r>
              <a:rPr lang="en-US" dirty="0"/>
              <a:t>Pilgrimage / Elderly Travelers</a:t>
            </a:r>
          </a:p>
        </p:txBody>
      </p:sp>
    </p:spTree>
    <p:extLst>
      <p:ext uri="{BB962C8B-B14F-4D97-AF65-F5344CB8AC3E}">
        <p14:creationId xmlns:p14="http://schemas.microsoft.com/office/powerpoint/2010/main" val="114034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B7BD-9465-4D26-BFA3-50A11C9B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6122"/>
          </a:xfrm>
        </p:spPr>
        <p:txBody>
          <a:bodyPr/>
          <a:lstStyle/>
          <a:p>
            <a:r>
              <a:rPr lang="en-US" b="1" dirty="0"/>
              <a:t>Requirement Gathering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2C311-6924-4C59-B6F5-891ED430F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 Used:</a:t>
            </a:r>
          </a:p>
          <a:p>
            <a:pPr lvl="1"/>
            <a:r>
              <a:rPr lang="en-US" dirty="0"/>
              <a:t>Google Form 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Google Form:</a:t>
            </a:r>
          </a:p>
          <a:p>
            <a:pPr lvl="1"/>
            <a:r>
              <a:rPr lang="en-US" dirty="0"/>
              <a:t>100 Responses</a:t>
            </a:r>
          </a:p>
          <a:p>
            <a:pPr lvl="1"/>
            <a:r>
              <a:rPr lang="en-US" dirty="0"/>
              <a:t>Shared via WhatsApp and Facebook</a:t>
            </a:r>
          </a:p>
          <a:p>
            <a:pPr lvl="1"/>
            <a:r>
              <a:rPr lang="en-US" dirty="0"/>
              <a:t>Covered different age groups and occupations</a:t>
            </a:r>
          </a:p>
        </p:txBody>
      </p:sp>
    </p:spTree>
    <p:extLst>
      <p:ext uri="{BB962C8B-B14F-4D97-AF65-F5344CB8AC3E}">
        <p14:creationId xmlns:p14="http://schemas.microsoft.com/office/powerpoint/2010/main" val="3499534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2" name="Rectangle 3091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04934-D0AE-4774-AFE7-668D9772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5" y="525195"/>
            <a:ext cx="4009466" cy="2075130"/>
          </a:xfrm>
        </p:spPr>
        <p:txBody>
          <a:bodyPr anchor="b">
            <a:normAutofit/>
          </a:bodyPr>
          <a:lstStyle/>
          <a:p>
            <a:r>
              <a:rPr lang="en-US" b="1" dirty="0"/>
              <a:t>Questionnaire Results</a:t>
            </a:r>
          </a:p>
        </p:txBody>
      </p:sp>
      <p:pic>
        <p:nvPicPr>
          <p:cNvPr id="3087" name="Picture 15" descr="Forms response chart. Question title: 2.What is your occupation?  . Number of responses: 100 responses.">
            <a:extLst>
              <a:ext uri="{FF2B5EF4-FFF2-40B4-BE49-F238E27FC236}">
                <a16:creationId xmlns:a16="http://schemas.microsoft.com/office/drawing/2014/main" id="{36A6A786-A623-4936-B184-855F8114F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8247"/>
          <a:stretch>
            <a:fillRect/>
          </a:stretch>
        </p:blipFill>
        <p:spPr bwMode="auto">
          <a:xfrm>
            <a:off x="5101779" y="3429000"/>
            <a:ext cx="6806703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C6DB-3825-4A3F-A0EE-02619E189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635" y="3526300"/>
            <a:ext cx="4220675" cy="258845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Majority of respondents are 18–25 years old</a:t>
            </a:r>
          </a:p>
          <a:p>
            <a:pPr algn="just"/>
            <a:r>
              <a:rPr lang="en-US" sz="2000" dirty="0"/>
              <a:t>Majority are students</a:t>
            </a:r>
          </a:p>
        </p:txBody>
      </p:sp>
      <p:pic>
        <p:nvPicPr>
          <p:cNvPr id="3085" name="Picture 13" descr="Forms response chart. Question title: 1.What is your age group?. Number of responses: 100 responses.">
            <a:extLst>
              <a:ext uri="{FF2B5EF4-FFF2-40B4-BE49-F238E27FC236}">
                <a16:creationId xmlns:a16="http://schemas.microsoft.com/office/drawing/2014/main" id="{B426E570-56B6-424C-A970-2B93270DC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9" b="-1"/>
          <a:stretch>
            <a:fillRect/>
          </a:stretch>
        </p:blipFill>
        <p:spPr bwMode="auto">
          <a:xfrm>
            <a:off x="4896968" y="76347"/>
            <a:ext cx="6806703" cy="335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41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04934-D0AE-4774-AFE7-668D9772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9" y="1272230"/>
            <a:ext cx="4292726" cy="1466335"/>
          </a:xfrm>
        </p:spPr>
        <p:txBody>
          <a:bodyPr>
            <a:normAutofit/>
          </a:bodyPr>
          <a:lstStyle/>
          <a:p>
            <a:r>
              <a:rPr lang="en-US" b="1" dirty="0"/>
              <a:t>Questionnaire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C6DB-3825-4A3F-A0EE-02619E189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429000"/>
            <a:ext cx="4467224" cy="2671119"/>
          </a:xfrm>
        </p:spPr>
        <p:txBody>
          <a:bodyPr>
            <a:normAutofit/>
          </a:bodyPr>
          <a:lstStyle/>
          <a:p>
            <a:r>
              <a:rPr lang="en-US" sz="2000" dirty="0"/>
              <a:t>Most travel every few months</a:t>
            </a:r>
          </a:p>
          <a:p>
            <a:r>
              <a:rPr lang="en-US" sz="2000" dirty="0"/>
              <a:t>Most travel with friends</a:t>
            </a:r>
          </a:p>
        </p:txBody>
      </p:sp>
      <p:pic>
        <p:nvPicPr>
          <p:cNvPr id="4101" name="Picture 5" descr="Forms response chart. Question title: 4. How often do you travel within Sri Lanka?  . Number of responses: 100 responses.">
            <a:extLst>
              <a:ext uri="{FF2B5EF4-FFF2-40B4-BE49-F238E27FC236}">
                <a16:creationId xmlns:a16="http://schemas.microsoft.com/office/drawing/2014/main" id="{87067A8E-3090-4061-9F07-EB87ED73C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6"/>
          <a:stretch>
            <a:fillRect/>
          </a:stretch>
        </p:blipFill>
        <p:spPr bwMode="auto">
          <a:xfrm>
            <a:off x="5620871" y="385667"/>
            <a:ext cx="6360284" cy="2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Forms response chart. Question title: 5. Who do you usually travel with?  . Number of responses: 100 responses.">
            <a:extLst>
              <a:ext uri="{FF2B5EF4-FFF2-40B4-BE49-F238E27FC236}">
                <a16:creationId xmlns:a16="http://schemas.microsoft.com/office/drawing/2014/main" id="{B78DE15E-C82C-4EB8-9B3E-2D6C71391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48" b="-1"/>
          <a:stretch>
            <a:fillRect/>
          </a:stretch>
        </p:blipFill>
        <p:spPr bwMode="auto">
          <a:xfrm>
            <a:off x="5620871" y="3412030"/>
            <a:ext cx="6122355" cy="302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361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7" name="Rectangle 5136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4884C-7C61-4DB6-90E0-B6CE2614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25195"/>
            <a:ext cx="3986155" cy="2332305"/>
          </a:xfrm>
        </p:spPr>
        <p:txBody>
          <a:bodyPr anchor="b">
            <a:normAutofit/>
          </a:bodyPr>
          <a:lstStyle/>
          <a:p>
            <a:r>
              <a:rPr lang="en-US" b="1" dirty="0"/>
              <a:t>Questionnaire Analysis &amp; Key Findings</a:t>
            </a:r>
          </a:p>
        </p:txBody>
      </p:sp>
      <p:pic>
        <p:nvPicPr>
          <p:cNvPr id="5130" name="Picture 10" descr="Forms response chart. Question title: 6. What type of destinations do you usually prefer?   (Select all that apply.)  . Number of responses: 100 responses.">
            <a:extLst>
              <a:ext uri="{FF2B5EF4-FFF2-40B4-BE49-F238E27FC236}">
                <a16:creationId xmlns:a16="http://schemas.microsoft.com/office/drawing/2014/main" id="{F9C36CA3-A89E-4B82-BAFF-2FE3F0D42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8871"/>
          <a:stretch>
            <a:fillRect/>
          </a:stretch>
        </p:blipFill>
        <p:spPr bwMode="auto">
          <a:xfrm>
            <a:off x="5186554" y="163646"/>
            <a:ext cx="6806703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2D7A4-4DA5-4D35-B6BD-0DA79290D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5" y="3526300"/>
            <a:ext cx="3986155" cy="258845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Beaches, waterfalls, and mountains are the most popular destinations.</a:t>
            </a:r>
          </a:p>
          <a:p>
            <a:pPr algn="just"/>
            <a:r>
              <a:rPr lang="en-US" sz="2000" dirty="0"/>
              <a:t>Buses and motorcycles are the most commonly used transportation.</a:t>
            </a:r>
          </a:p>
        </p:txBody>
      </p:sp>
      <p:pic>
        <p:nvPicPr>
          <p:cNvPr id="5132" name="Picture 12" descr="Forms response chart. Question title: 7. Which transportation method do you mostly use?  . Number of responses: 100 responses.">
            <a:extLst>
              <a:ext uri="{FF2B5EF4-FFF2-40B4-BE49-F238E27FC236}">
                <a16:creationId xmlns:a16="http://schemas.microsoft.com/office/drawing/2014/main" id="{8827C40D-8B17-421B-AE65-EC7B123E6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9" b="-1"/>
          <a:stretch>
            <a:fillRect/>
          </a:stretch>
        </p:blipFill>
        <p:spPr bwMode="auto">
          <a:xfrm>
            <a:off x="5186554" y="2956875"/>
            <a:ext cx="6806703" cy="335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216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F962-1BF1-4017-AB83-DFACAB84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25195"/>
            <a:ext cx="3986155" cy="2257863"/>
          </a:xfrm>
        </p:spPr>
        <p:txBody>
          <a:bodyPr anchor="b">
            <a:normAutofit/>
          </a:bodyPr>
          <a:lstStyle/>
          <a:p>
            <a:r>
              <a:rPr lang="en-US" b="1" dirty="0"/>
              <a:t>Questionnaire Analysis &amp; Key Findings</a:t>
            </a:r>
            <a:endParaRPr lang="en-US" dirty="0"/>
          </a:p>
        </p:txBody>
      </p:sp>
      <p:pic>
        <p:nvPicPr>
          <p:cNvPr id="6148" name="Picture 4" descr="Forms response chart. Question title: 9. What difficulties do you usually face while planning a trip?&#10;(Select all that apply.). Number of responses: 100 responses.">
            <a:extLst>
              <a:ext uri="{FF2B5EF4-FFF2-40B4-BE49-F238E27FC236}">
                <a16:creationId xmlns:a16="http://schemas.microsoft.com/office/drawing/2014/main" id="{E053283A-A827-421F-9EC5-2CEAE483A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8871"/>
          <a:stretch>
            <a:fillRect/>
          </a:stretch>
        </p:blipFill>
        <p:spPr bwMode="auto">
          <a:xfrm>
            <a:off x="5186554" y="163646"/>
            <a:ext cx="6806703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5B47C-174B-4CB6-909E-6BCDC5F7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5" y="3526300"/>
            <a:ext cx="3986155" cy="258845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Users mainly rely on social media and friends for trip planning.</a:t>
            </a:r>
          </a:p>
          <a:p>
            <a:pPr algn="just"/>
            <a:r>
              <a:rPr lang="en-US" sz="2000" dirty="0"/>
              <a:t>Major problems include budget estimation, finding destinations, accommodation, and route planning. </a:t>
            </a:r>
          </a:p>
        </p:txBody>
      </p:sp>
      <p:pic>
        <p:nvPicPr>
          <p:cNvPr id="6146" name="Picture 2" descr="Forms response chart. Question title: 8. How do you usually plan your trips?  . Number of responses: 100 responses.">
            <a:extLst>
              <a:ext uri="{FF2B5EF4-FFF2-40B4-BE49-F238E27FC236}">
                <a16:creationId xmlns:a16="http://schemas.microsoft.com/office/drawing/2014/main" id="{33C8E781-7D70-4E11-B359-08BB4A9A1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9" b="-1"/>
          <a:stretch>
            <a:fillRect/>
          </a:stretch>
        </p:blipFill>
        <p:spPr bwMode="auto">
          <a:xfrm>
            <a:off x="5186554" y="2956875"/>
            <a:ext cx="6806703" cy="335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08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9" name="Rectangle 7176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EBEF3-CF4B-4173-A10E-A33A14F3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25195"/>
            <a:ext cx="3986155" cy="1608405"/>
          </a:xfrm>
        </p:spPr>
        <p:txBody>
          <a:bodyPr anchor="b">
            <a:normAutofit/>
          </a:bodyPr>
          <a:lstStyle/>
          <a:p>
            <a:r>
              <a:rPr lang="en-US" b="1" dirty="0"/>
              <a:t>User Requirements</a:t>
            </a:r>
          </a:p>
        </p:txBody>
      </p:sp>
      <p:pic>
        <p:nvPicPr>
          <p:cNvPr id="7170" name="Picture 2" descr="Forms response chart. Question title: 11. Which features would you like to have in a travel planning application?&#10;&#10;(Select all that apply.). Number of responses: 100 responses.">
            <a:extLst>
              <a:ext uri="{FF2B5EF4-FFF2-40B4-BE49-F238E27FC236}">
                <a16:creationId xmlns:a16="http://schemas.microsoft.com/office/drawing/2014/main" id="{78D46E66-98FD-499B-AFE0-F756DC4BC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8871"/>
          <a:stretch>
            <a:fillRect/>
          </a:stretch>
        </p:blipFill>
        <p:spPr bwMode="auto">
          <a:xfrm>
            <a:off x="5186554" y="163646"/>
            <a:ext cx="6806703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BF04A-920B-4E5B-979E-75B546AB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5" y="2786743"/>
            <a:ext cx="3986155" cy="3328015"/>
          </a:xfrm>
        </p:spPr>
        <p:txBody>
          <a:bodyPr>
            <a:normAutofit/>
          </a:bodyPr>
          <a:lstStyle/>
          <a:p>
            <a:r>
              <a:rPr lang="en-US" sz="2000" dirty="0"/>
              <a:t>Route planner</a:t>
            </a:r>
          </a:p>
          <a:p>
            <a:r>
              <a:rPr lang="en-US" sz="2000" dirty="0"/>
              <a:t>Budget calculator</a:t>
            </a:r>
          </a:p>
          <a:p>
            <a:r>
              <a:rPr lang="en-US" sz="2000" dirty="0"/>
              <a:t>Hotel recommendations</a:t>
            </a:r>
          </a:p>
          <a:p>
            <a:r>
              <a:rPr lang="en-US" sz="2000" dirty="0"/>
              <a:t>Personalized destination recommendations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b="1" i="1" dirty="0"/>
              <a:t>Many are willing to use a personalized travel planning app.</a:t>
            </a:r>
          </a:p>
        </p:txBody>
      </p:sp>
      <p:pic>
        <p:nvPicPr>
          <p:cNvPr id="7172" name="Picture 4" descr="Forms response chart. Question title: 13. Would you use a mobile application that automatically recommends travel plans based on your interests and budget?  . Number of responses: 100 responses.">
            <a:extLst>
              <a:ext uri="{FF2B5EF4-FFF2-40B4-BE49-F238E27FC236}">
                <a16:creationId xmlns:a16="http://schemas.microsoft.com/office/drawing/2014/main" id="{805CBABD-71F6-4359-8D5F-B3B6AF768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32"/>
          <a:stretch>
            <a:fillRect/>
          </a:stretch>
        </p:blipFill>
        <p:spPr bwMode="auto">
          <a:xfrm>
            <a:off x="5186554" y="2956875"/>
            <a:ext cx="6806703" cy="335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84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3D9B-8EF4-4B1D-ADF9-2735B1969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9251"/>
          </a:xfrm>
        </p:spPr>
        <p:txBody>
          <a:bodyPr/>
          <a:lstStyle/>
          <a:p>
            <a:r>
              <a:rPr lang="en-US" b="1" dirty="0"/>
              <a:t>Requirement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7A6E2-D8A1-41ED-BE79-BACA678F6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77788"/>
            <a:ext cx="5181600" cy="459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Functional Requirements:</a:t>
            </a:r>
          </a:p>
          <a:p>
            <a:pPr lvl="1"/>
            <a:r>
              <a:rPr lang="en-US" dirty="0"/>
              <a:t>Search tourist destinations</a:t>
            </a:r>
          </a:p>
          <a:p>
            <a:pPr lvl="1"/>
            <a:r>
              <a:rPr lang="en-US" dirty="0"/>
              <a:t>Personalized recommendations</a:t>
            </a:r>
          </a:p>
          <a:p>
            <a:pPr lvl="1"/>
            <a:r>
              <a:rPr lang="en-US" dirty="0"/>
              <a:t>Budget calculator</a:t>
            </a:r>
          </a:p>
          <a:p>
            <a:pPr lvl="1"/>
            <a:r>
              <a:rPr lang="en-US" dirty="0"/>
              <a:t>Generate itinerary</a:t>
            </a:r>
          </a:p>
          <a:p>
            <a:pPr lvl="1"/>
            <a:r>
              <a:rPr lang="en-US" dirty="0"/>
              <a:t>Route planner</a:t>
            </a:r>
          </a:p>
          <a:p>
            <a:pPr lvl="1"/>
            <a:r>
              <a:rPr lang="en-US" dirty="0"/>
              <a:t>Hotel recommendations</a:t>
            </a:r>
          </a:p>
          <a:p>
            <a:pPr lvl="1"/>
            <a:r>
              <a:rPr lang="en-US" dirty="0"/>
              <a:t>Restaurant suggestions</a:t>
            </a:r>
          </a:p>
          <a:p>
            <a:pPr lvl="1"/>
            <a:r>
              <a:rPr lang="en-US" dirty="0"/>
              <a:t>Weather forecast</a:t>
            </a:r>
          </a:p>
          <a:p>
            <a:pPr lvl="1"/>
            <a:r>
              <a:rPr lang="en-US" dirty="0"/>
              <a:t>Nearby attractions</a:t>
            </a:r>
          </a:p>
          <a:p>
            <a:pPr lvl="1"/>
            <a:r>
              <a:rPr lang="en-US" dirty="0"/>
              <a:t>Save favorite places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EBAA1-36E5-4336-B758-39BF161FF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77788"/>
            <a:ext cx="5181600" cy="459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Non-Functional Requirements:</a:t>
            </a:r>
          </a:p>
          <a:p>
            <a:pPr lvl="1"/>
            <a:r>
              <a:rPr lang="en-US" dirty="0"/>
              <a:t>Easy to use</a:t>
            </a:r>
          </a:p>
          <a:p>
            <a:pPr lvl="1"/>
            <a:r>
              <a:rPr lang="en-US" dirty="0"/>
              <a:t>Attractive interface</a:t>
            </a:r>
          </a:p>
          <a:p>
            <a:pPr lvl="1"/>
            <a:r>
              <a:rPr lang="en-US" dirty="0"/>
              <a:t>Accurate information</a:t>
            </a:r>
          </a:p>
          <a:p>
            <a:pPr lvl="1"/>
            <a:r>
              <a:rPr lang="en-US" dirty="0"/>
              <a:t>Fast response</a:t>
            </a:r>
          </a:p>
          <a:p>
            <a:pPr lvl="1"/>
            <a:r>
              <a:rPr lang="en-US" dirty="0"/>
              <a:t>Mobile-friendly</a:t>
            </a:r>
          </a:p>
          <a:p>
            <a:pPr lvl="1"/>
            <a:r>
              <a:rPr lang="en-US" dirty="0"/>
              <a:t>Reliable and secure</a:t>
            </a:r>
          </a:p>
        </p:txBody>
      </p:sp>
    </p:spTree>
    <p:extLst>
      <p:ext uri="{BB962C8B-B14F-4D97-AF65-F5344CB8AC3E}">
        <p14:creationId xmlns:p14="http://schemas.microsoft.com/office/powerpoint/2010/main" val="391914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FEA0-7C24-4913-827D-0FBD5C53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270"/>
            <a:ext cx="10515600" cy="737534"/>
          </a:xfrm>
        </p:spPr>
        <p:txBody>
          <a:bodyPr/>
          <a:lstStyle/>
          <a:p>
            <a:r>
              <a:rPr lang="en-US" b="1" dirty="0"/>
              <a:t>Mental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204B1E-FC41-4527-9DF4-206A5FBE6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505392"/>
              </p:ext>
            </p:extLst>
          </p:nvPr>
        </p:nvGraphicFramePr>
        <p:xfrm>
          <a:off x="838200" y="1201271"/>
          <a:ext cx="10515600" cy="4975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654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8AACE-27C3-8BCC-61C3-67BC2074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4C2067-CF68-6333-7982-9D0D05446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856310"/>
              </p:ext>
            </p:extLst>
          </p:nvPr>
        </p:nvGraphicFramePr>
        <p:xfrm>
          <a:off x="838200" y="1201271"/>
          <a:ext cx="10515600" cy="4975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168BEDE-A254-4832-77BC-04614E86E7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80" y="1154999"/>
            <a:ext cx="5086791" cy="2534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823E36-F449-B8E9-BA3E-B61FAF949A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929" y="1096076"/>
            <a:ext cx="5086791" cy="2571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1B895D-FD0B-FB5C-955B-CE44395C57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280" y="3943900"/>
            <a:ext cx="5086791" cy="2575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04BBD5-5B88-41F2-FB20-A471B2C7C0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8929" y="3939211"/>
            <a:ext cx="5086791" cy="2581831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42C2E05-EEA4-7FE4-7A46-E533BB44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04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439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YamuLK  A Smart Travel Planning Platform for Sri Lankan Travelers</vt:lpstr>
      <vt:lpstr>Content</vt:lpstr>
      <vt:lpstr>Introduction</vt:lpstr>
      <vt:lpstr>Objectives</vt:lpstr>
      <vt:lpstr>Target Users</vt:lpstr>
      <vt:lpstr>Requirement Gathering </vt:lpstr>
      <vt:lpstr>Questionnaire Results</vt:lpstr>
      <vt:lpstr>Questionnaire Results</vt:lpstr>
      <vt:lpstr>Questionnaire Analysis &amp; Key Findings</vt:lpstr>
      <vt:lpstr>Questionnaire Analysis &amp; Key Findings</vt:lpstr>
      <vt:lpstr>User Requirements</vt:lpstr>
      <vt:lpstr>Requirement Analysis</vt:lpstr>
      <vt:lpstr>Mental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YamuLK  A Smart Travel Planning Platform for Sri Lankan Domestic Travelers</dc:title>
  <dc:creator>Thisanda Prasanjana</dc:creator>
  <cp:lastModifiedBy>PREMARATHNA H.M.K.K.</cp:lastModifiedBy>
  <cp:revision>9</cp:revision>
  <dcterms:created xsi:type="dcterms:W3CDTF">2026-08-16T04:20:57Z</dcterms:created>
  <dcterms:modified xsi:type="dcterms:W3CDTF">2026-08-19T20:29:17Z</dcterms:modified>
</cp:coreProperties>
</file>